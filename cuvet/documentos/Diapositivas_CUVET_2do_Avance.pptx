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Integral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Veterinaria CUVET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2do Avance — Patrones MVC, Diagrama de Secuencia, Arquitectura y Solución Informática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7315200" cy="1371600"/>
          </a:xfrm>
          <a:prstGeom prst="roundRect">
            <a:avLst>
              <a:gd name="adj" fmla="val 5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337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Lucero Silva, Freddy Estefano (2312081)   |   Becerra Huillcas, Gianella Emely (2411438)
</a:t>
            </a:r>
            <a:pPr algn="ctr" indent="0" marL="0">
              <a:buNone/>
            </a:pPr>
            <a:r>
              <a:rPr lang="en-US" sz="11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Cartagena Saco, Jose Alejandro (2310405)   |   Medina Peña, Danae Alexandra (2211055)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 II — FC-VIRISI05A01 — 2026-I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66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7840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sistema CUVET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411480" cy="411480"/>
          </a:xfrm>
          <a:prstGeom prst="ellipse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4533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(5 niveles)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93976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93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11226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de paquetes y 50 clases por integrante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791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secuencia — CU01: Registrar Atención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27832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27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diseño implementados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81304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informática: stack, BD y funcionalidades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361688"/>
            <a:ext cx="411480" cy="411480"/>
          </a:xfrm>
          <a:prstGeom prst="ellipse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61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37997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CUVET?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E3A4A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manual, cobros no registrados, pérdidas del 10-25 % de ingresos mensuales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E3A4A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8686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escritorio Java con MVC + Repository, MySQL, interfaz Swing, 50 clases/integrante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E3A4A"/>
          </a:solidFill>
          <a:ln w="25400">
            <a:solidFill>
              <a:srgbClr val="0088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8686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868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servicios facturados, 80 % menos duplicados, reportes &lt; 5 seg, PDF automático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+ Swing + MySQL 8 + Maven  |  Patrón MVC + Repository  |  50 clases por integrante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 — 5 Capas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25400">
            <a:solidFill>
              <a:srgbClr val="0066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85800"/>
            <a:ext cx="9144000" cy="749808"/>
          </a:xfrm>
          <a:prstGeom prst="roundRect">
            <a:avLst>
              <a:gd name="adj" fmla="val 609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7223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PRESENTACIÓN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0698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cuvet.view — 10 clases Swing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832104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83210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1536192"/>
            <a:ext cx="8869680" cy="749808"/>
          </a:xfrm>
          <a:prstGeom prst="roundRect">
            <a:avLst>
              <a:gd name="adj" fmla="val 609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572768"/>
            <a:ext cx="48783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CONTROLADOR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920240"/>
            <a:ext cx="6208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cuvet.controller — 9 clases MVC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1682496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68249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86584"/>
            <a:ext cx="8595360" cy="749808"/>
          </a:xfrm>
          <a:prstGeom prst="roundRect">
            <a:avLst>
              <a:gd name="adj" fmla="val 6098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423160"/>
            <a:ext cx="4727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DOMINIO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70632"/>
            <a:ext cx="6016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cuvet.model (15) + cuvet.exception (10)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253288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53288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Gianella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36976"/>
            <a:ext cx="8321040" cy="749808"/>
          </a:xfrm>
          <a:prstGeom prst="roundRect">
            <a:avLst>
              <a:gd name="adj" fmla="val 6098"/>
            </a:avLst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273552"/>
            <a:ext cx="4576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PERSISTENCIA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621024"/>
            <a:ext cx="5824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cuvet.database — 10 repositorios JDBC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338328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383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87368"/>
            <a:ext cx="8046720" cy="749808"/>
          </a:xfrm>
          <a:prstGeom prst="roundRect">
            <a:avLst>
              <a:gd name="adj" fmla="val 6098"/>
            </a:avLst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123944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INFRAESTRUCTURA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471416"/>
            <a:ext cx="5632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+ cuvet.util (10 utilidades)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4233672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2336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Clases por Integrante — Distribución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58368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65836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67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Gianella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exception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Atencion, Factura, Cliente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2569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Mascota, Servicio, ItemFactura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2898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Usuario, Medicamento, Vacuna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8600" y="3227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Cita, HistorialClinico, Reporte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" y="3557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TipoServicio (enum), Rol (enum)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DuplicadoException, AuthException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" y="4215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+ 8 excepciones de dominio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0" y="658368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65836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667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(JDBC)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280160"/>
            <a:ext cx="548640" cy="5486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DatabaseConnection (Singleton)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68880" y="2569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IRepository&lt;T,ID&gt; (genérico)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68880" y="2898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ClienteRepo, MascotaRepo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3227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ServicioRepo, AtencionRepo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3557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FacturaRepo, UsuarioRepo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MedicamentoRepo, VacunaRepo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0" y="4215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CitaRepo, LogAuditoriaRepo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658368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65836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667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128016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1772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AuthController (roles)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2569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AtencionController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2898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FacturaController (IGV)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3227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ClienteController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3557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ReporteController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ServicioController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4215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MedicamentoController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45445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CitaController, VacunaController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0" y="658368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58000" y="658368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667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+ util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35240" y="128016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00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MainView, LoginView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49440" y="25694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AtencionView, ClienteView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9440" y="2898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FacturaView, ReporteView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49440" y="3227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ServicioView, MedicamentoView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49440" y="3557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CitaView, HistorialView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49440" y="3886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SessionManager, AuditoriaLogger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49440" y="4215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PDFExporter, PasswordUtil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0" y="45445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ValidadorDNI, FormatUtil, Constantes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Secuencia — CU01: Registrar Atención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Recepcionista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100" y="1005840"/>
            <a:ext cx="0" cy="384048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55448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AtencionView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0260" y="1005840"/>
            <a:ext cx="0" cy="3840480"/>
          </a:xfrm>
          <a:prstGeom prst="line">
            <a:avLst/>
          </a:prstGeom>
          <a:noFill/>
          <a:ln w="12700">
            <a:solidFill>
              <a:srgbClr val="00669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83464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AtencionCtrl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60420" y="1005840"/>
            <a:ext cx="0" cy="3840480"/>
          </a:xfrm>
          <a:prstGeom prst="line">
            <a:avLst/>
          </a:prstGeom>
          <a:noFill/>
          <a:ln w="12700">
            <a:solidFill>
              <a:srgbClr val="0369A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1480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AtencionRepo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0580" y="1005840"/>
            <a:ext cx="0" cy="3840480"/>
          </a:xfrm>
          <a:prstGeom prst="line">
            <a:avLst/>
          </a:prstGeom>
          <a:noFill/>
          <a:ln w="12700">
            <a:solidFill>
              <a:srgbClr val="07598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39496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FacturaCtrl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20740" y="1005840"/>
            <a:ext cx="0" cy="384048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675120" y="594360"/>
            <a:ext cx="1051560" cy="411480"/>
          </a:xfrm>
          <a:prstGeom prst="roundRect">
            <a:avLst>
              <a:gd name="adj" fmla="val 11111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5943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FacturaRepo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00900" y="1005840"/>
            <a:ext cx="0" cy="3840480"/>
          </a:xfrm>
          <a:prstGeom prst="line">
            <a:avLst/>
          </a:prstGeom>
          <a:noFill/>
          <a:ln w="12700">
            <a:solidFill>
              <a:srgbClr val="9333E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00100" y="1097280"/>
            <a:ext cx="12801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" y="8961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cliente, mascota, servicios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80260" y="1463040"/>
            <a:ext cx="12801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5980" y="1261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registrarAtencion(datos)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60420" y="1828800"/>
            <a:ext cx="12801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614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existeDuplicado(idMascota, tipo, fecha)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60420" y="2148840"/>
            <a:ext cx="1280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6140" y="1947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(sin duplicado)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60420" y="2468880"/>
            <a:ext cx="12801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6140" y="22677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guardar(atencion)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60420" y="2788920"/>
            <a:ext cx="1280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6140" y="2587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atencionId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0420" y="3108960"/>
            <a:ext cx="2560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6140" y="29077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generarFactura(atencion)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20740" y="3429000"/>
            <a:ext cx="12801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6460" y="32278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guardar(factura + items)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20740" y="3749040"/>
            <a:ext cx="1280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6460" y="3547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facturaGuardada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60420" y="4069080"/>
            <a:ext cx="256032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6140" y="38679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factura (total calculado)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80260" y="4389120"/>
            <a:ext cx="1280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25980" y="41879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atencion + factura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0100" y="4663440"/>
            <a:ext cx="1280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" y="4462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Factura N° y total S/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18120" y="164592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1664208"/>
            <a:ext cx="1216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 duplicado: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 DuplicadoException → AtencionView muestra alerta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Diseño y Programación Funcional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132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132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12618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DatabaseConnection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AuditoriaLogger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5728" y="71323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066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7132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7132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95728" y="12618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572768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IRepository&lt;T,ID&gt;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 implementaciones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+ 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71323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7132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7132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8576" y="12618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0016" y="1572768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/ controller /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completa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responsabilidades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71323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7132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71323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21424" y="12618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 Avanzada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12864" y="1572768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IRepository&lt;T,ID&gt;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Optional&lt;T&gt;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Stream&lt;T&gt;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Funcional con Streams y Lambdas (Java 17)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8595360" cy="0"/>
          </a:xfrm>
          <a:prstGeom prst="line">
            <a:avLst/>
          </a:prstGeom>
          <a:noFill/>
          <a:ln w="19050">
            <a:solidFill>
              <a:srgbClr val="0066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10128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F0F7FF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46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Factura.calcularTotales(): 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0" y="3346704"/>
            <a:ext cx="640080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items.stream().map(ItemFactura::getSubtotal).reduce(BigDecimal.ZERO, BigDecimal::add)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F0F7FF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856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HistorialView (construcción): 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40" y="3785616"/>
            <a:ext cx="640080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servicios.stream().map(s -&gt; s.getTipo().name()).reduce("", (x,y) -&gt; x.isEmpty() ? y : x+", "+y)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187952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F0F7FF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Reporte.agregarIngreso(): 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77440" y="4224528"/>
            <a:ext cx="640080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ingresosPorTipo.merge(tipo, monto, BigDecimal::add)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626864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F0F7FF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634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— Optional&lt;T&gt;: 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77440" y="4663440"/>
            <a:ext cx="640080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buscarPorId(id).orElseThrow(() -&gt; new ServicioNotFoundException(id))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Informática — Stack y Base de Datos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Java 17 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 avanzada, streams, generics, switch expr.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55064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Java Swing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293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gráfica de escritorio (sin dependencias extra)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225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MySQL 8.0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relacional, transaccional, ACID compliance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53512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JDBC Connector/J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27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oficial MySQL para Java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Maven 3.9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770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dependencias y JAR ejecutable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702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Git / GitHub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y colaboración en equipo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658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Clave en MySQL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241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10241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nombre, dni (UNIQUE), telefono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270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15270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nombre, especie, id_cliente (FK)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1168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299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atenciones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20299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fecha, id_mascota, id_veterinario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328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09360" y="2532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tipo (ENUM), descripcion, precio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358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0358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id_atencion, subtotal, igv, total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52044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5387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factura_items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35387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id_factura, id_servicio, cantidad, subtotal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416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09360" y="40416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username, password_hash, rol (ENUM)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4526280"/>
            <a:ext cx="4114800" cy="438912"/>
          </a:xfrm>
          <a:prstGeom prst="roundRect">
            <a:avLst>
              <a:gd name="adj" fmla="val 8333"/>
            </a:avLst>
          </a:prstGeom>
          <a:solidFill>
            <a:srgbClr val="1E3A4A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5445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log_auditoria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09360" y="45445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id_usuario, accion, tabla, timestamp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 por Módulo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858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85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Autenticación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SHA-256 + salt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545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Máx. 3 intentos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Roles: Admin/Vet/Recep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48840" y="219456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1945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685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0066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6858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685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Clientes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12161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CRUD completo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1545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Búsq. por nombre/DNI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Validación DNI 8 dígitos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06699">
              <a:alpha val="20000"/>
            </a:srgbClr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1945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685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68580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685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Atenciones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12161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Registro de servicios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1545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Detección duplicados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18745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Factura automática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219456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19456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RF01-03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7889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Facturación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" y="33192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IGV 18 % automático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36484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BigDecimal preciso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77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Exportar a PDF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48840" y="42976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2976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RF02, RF08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27889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Reportes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291840" y="33192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Ingresos por tipo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91840" y="36484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Filtro por mes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91840" y="3977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Exportar a CSV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120640" y="42976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42976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278892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7889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7889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Medicamentos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263640" y="331927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Control de stock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36484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Alerta stock bajo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63640" y="3977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Reposición automática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92440" y="42976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369A1">
              <a:alpha val="2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429768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04672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76809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MVC + Repository garantiza separación de responsabilidades y mantenibilidad.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08176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0088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99616"/>
            <a:ext cx="411480" cy="411480"/>
          </a:xfrm>
          <a:prstGeom prst="ellipse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 IRepository&lt;T,ID&gt; elimina duplicación de código y unifica el contrato de persistencia.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945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15798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y lambdas (Java 17) simplifican agregaciones: totales de facturas, reportes mensuales.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98064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889504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89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Excepciones de dominio personalizadas (10 clases) mejoran expresividad y manejo de errores.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584448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54787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objetivos SMART se cumplen: 100 % servicios, 80 % menos duplicados, &lt; 5 seg, PDF.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1E3A4A"/>
          </a:solidFill>
          <a:ln w="254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4279392"/>
            <a:ext cx="411480" cy="4114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2428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por paquetes (Git) permitió desarrollo paralelo e integración eficiente.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1371600"/>
          </a:xfrm>
          <a:prstGeom prst="roundRect">
            <a:avLst>
              <a:gd name="adj" fmla="val 6667"/>
            </a:avLst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CUVET — Segundo Avance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Veterinaria CUVET | POO II | 2026-I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3456432"/>
            <a:ext cx="5486400" cy="0"/>
          </a:xfrm>
          <a:prstGeom prst="line">
            <a:avLst/>
          </a:prstGeom>
          <a:noFill/>
          <a:ln w="12700">
            <a:solidFill>
              <a:srgbClr val="008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Gianella Becerra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exception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Cartagena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Lucero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Danae Medina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+ util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Exposición: Viernes 12 de Junio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CUVET - 2do Avance</dc:title>
  <dc:subject>PptxGenJS Presentation</dc:subject>
  <dc:creator>Equipo CUVET</dc:creator>
  <cp:lastModifiedBy>Equipo CUVET</cp:lastModifiedBy>
  <cp:revision>1</cp:revision>
  <dcterms:created xsi:type="dcterms:W3CDTF">2026-06-10T01:23:28Z</dcterms:created>
  <dcterms:modified xsi:type="dcterms:W3CDTF">2026-06-10T01:23:28Z</dcterms:modified>
</cp:coreProperties>
</file>